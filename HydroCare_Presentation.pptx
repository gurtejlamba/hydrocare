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82880"/>
            <a:ext cx="914400" cy="91440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HydroCare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DEFB"/>
                </a:solidFill>
                <a:latin typeface="Calibri"/>
              </a:rPr>
              <a:t>Smart Daily Hydration Tracker  ·  Android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Gurtej Singh Lamba  –  2427030405
Ananya Gupta  –  2427030166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7317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Dehydration is a widespread, preventable health problem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Most people under-drink on hot days without realising it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Existing apps use a single fixed daily goal for everyone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No awareness of changing environmental conditions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Key Facts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75% of people are chronically mildly dehydrated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Water need increases ~500 ml for every +7°C rise in temperature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Simple reminders and visible progress dramatically improve compliance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HydroCare addresses this gap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Auto-adjusts goal based on real outdoor temperature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Tracks consistency with streaks and a 7-day visual chart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Sends smart reminders that stop once the goal is met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7317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HydroCare: A context-aware hydration companion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Weather-Based Goal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Fetches real temperature at user's location via Open-Meteo API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Below 25°C → 2,000 ml   |   25–32°C → 2,500 ml   |   Above 32°C → 3,000 ml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One-Tap Logging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+250 ml  /  +500 ml  /  +750 ml buttons — logs a drink in under 2 seconds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Timestamped log saved locally, auto-resets each midnight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Streak Tracking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Counts consecutive days the daily goal is met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Displayed prominently to motivate return visits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Smart Reminders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Hourly push notifications (30 min / 1 hr / 2 hr intervals)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Quiet hours 10 PM – 7 AM  ·  Stops if goal already reached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7-Day History Chart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Canvas-drawn bar chart, no external library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Goal line per day  ·  Blue = met, light blue = below goal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App Features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6675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Five core capabilities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Weather-based daily goal (auto)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One-tap drink logging with timestamps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Live progress bar against today's goal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Streak counter — consecutive goal days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Smart hourly reminders with quiet hours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7-day history chart drawn on canvas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Offline fallback — works without internet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Auto midnight reset — no user action needed</a:t>
            </a:r>
          </a:p>
        </p:txBody>
      </p:sp>
      <p:pic>
        <p:nvPicPr>
          <p:cNvPr id="5" name="Picture 4" descr="sc2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97280"/>
            <a:ext cx="44805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1: Weather-Based Goal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7317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How it works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On launch, app reads device GPS coordinates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Uses Android LocationManager (no library needed)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Calls Open-Meteo API in a background thread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Free API, no registration or API key required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Endpoint: api.open-meteo.com/v1/forecast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Goal Thresholds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Below 25°C  →  2,000 ml (default cool)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25°C – 32°C  →  2,500 ml (warm day boost)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Above 32°C   →  3,000 ml (hot day boost)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Fails silently — defaults to 2,000 ml if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location permission denied, no internet,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or API times 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2: Streak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6675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What it tracks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Consecutive days where the full daily goal was met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Displayed prominently below the app title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Orange bold text — high visual salience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How the streak is calculated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On midnight reset, app saves previous day's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final intake and goal to SharedPreferences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Key format: intake_YYYY-MM-DD / goal_YYYY-MM-DD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If previous intake &gt;= goal  →  streak + 1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Otherwise                   →  streak resets to 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Motivational impact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Users are reluctant to break a streak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Creates a daily return habit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Shown even on Day 1 to encourage early momentum</a:t>
            </a:r>
          </a:p>
        </p:txBody>
      </p:sp>
      <p:pic>
        <p:nvPicPr>
          <p:cNvPr id="5" name="Picture 4" descr="sc2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97280"/>
            <a:ext cx="44805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3: Smart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6675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User-controlled push notifications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Toggle button on main screen: Reminders OFF / ON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On Android 13+ requests POST_NOTIFICATIONS at runtime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Interval selection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Every 30 minutes  /  Every 1 hour  /  Every 2 hours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AlarmManager.setInexactRepeating — battery efficient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Preference saved; survives app restart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Smart suppression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Quiet hours: 10 PM – 7 AM → notification skipped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Goal already met → notification skipped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Shows remaining ml in notification body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Survives device reboot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BootReceiver listens for BOOT_COMPLETED broadcast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Reschedules alarms automatically after reboot</a:t>
            </a:r>
          </a:p>
        </p:txBody>
      </p:sp>
      <p:pic>
        <p:nvPicPr>
          <p:cNvPr id="5" name="Picture 4" descr="sc5_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97280"/>
            <a:ext cx="44805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4: 7-Day History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6675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Custom canvas-drawn bar chart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HydroChartView extends android.view.View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No external library (no MPAndroidChart dependency)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Drawn entirely in onDraw() using Paint + Canvas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What it shows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7 bars — one per day, oldest left, today right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Dark blue bar = goal met that day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Light blue bar = below goal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Orange dashed line = that day's goal (weather-aware)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Data storage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Each intake update writes intake_YYYY-MM-DD to prefs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Goal also written on each refresh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Today's bar updates live with every drink logged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Today highlighted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Today's day label shown in bold blue</a:t>
            </a:r>
          </a:p>
        </p:txBody>
      </p:sp>
      <p:pic>
        <p:nvPicPr>
          <p:cNvPr id="5" name="Picture 4" descr="sc2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97280"/>
            <a:ext cx="44805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App Screenshots</a:t>
            </a:r>
          </a:p>
        </p:txBody>
      </p:sp>
      <p:pic>
        <p:nvPicPr>
          <p:cNvPr id="4" name="Picture 3" descr="sc1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81178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035040"/>
            <a:ext cx="2811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6464"/>
                </a:solidFill>
                <a:latin typeface="Calibri"/>
              </a:rPr>
              <a:t>1. Launch — 0 ml</a:t>
            </a:r>
          </a:p>
        </p:txBody>
      </p:sp>
      <p:pic>
        <p:nvPicPr>
          <p:cNvPr id="6" name="Picture 5" descr="sc2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1097280"/>
            <a:ext cx="28117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31820" y="6035040"/>
            <a:ext cx="2811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6464"/>
                </a:solidFill>
                <a:latin typeface="Calibri"/>
              </a:rPr>
              <a:t>2. Mid-day + streak</a:t>
            </a:r>
          </a:p>
        </p:txBody>
      </p:sp>
      <p:pic>
        <p:nvPicPr>
          <p:cNvPr id="8" name="Picture 7" descr="sc3_g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097280"/>
            <a:ext cx="2811780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6035040"/>
            <a:ext cx="2811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6464"/>
                </a:solidFill>
                <a:latin typeface="Calibri"/>
              </a:rPr>
              <a:t>3. Goal reached</a:t>
            </a:r>
          </a:p>
        </p:txBody>
      </p:sp>
      <p:pic>
        <p:nvPicPr>
          <p:cNvPr id="10" name="Picture 9" descr="sc4_remin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1097280"/>
            <a:ext cx="2811780" cy="4846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29700" y="6035040"/>
            <a:ext cx="2811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6464"/>
                </a:solidFill>
                <a:latin typeface="Calibri"/>
              </a:rPr>
              <a:t>4. Reminder setup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App Screenshots (contd.)</a:t>
            </a:r>
          </a:p>
        </p:txBody>
      </p:sp>
      <p:pic>
        <p:nvPicPr>
          <p:cNvPr id="4" name="Picture 3" descr="sc5_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7607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035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6464"/>
                </a:solidFill>
                <a:latin typeface="Calibri"/>
              </a:rPr>
              <a:t>5. Push notification</a:t>
            </a:r>
          </a:p>
        </p:txBody>
      </p:sp>
      <p:pic>
        <p:nvPicPr>
          <p:cNvPr id="6" name="Picture 5" descr="sc2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97280"/>
            <a:ext cx="576072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0" y="6035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6464"/>
                </a:solidFill>
                <a:latin typeface="Calibri"/>
              </a:rPr>
              <a:t>6. 7-day chart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7317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Android Components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MainActivity         Single Activity, all UI logic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HydroChartView       Custom View — 7-day canvas chart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ReminderReceiver     BroadcastReceiver — fires notification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BootReceiver         BroadcastReceiver — reschedules on reboot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Data &amp; Storage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SharedPreferences    intake, goal, streak, history, preferences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No external database  ·  Survives app kill, reboot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Networking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HttpURLConnection    Built-in, background thread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Open-Meteo API       Free, no key  ·  temperature_2m field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Permissions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ACCESS_COARSE_LOCATION   GPS for weather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POST_NOTIFICATIONS        Runtime (Android 13+)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RECEIVE_BOOT_COMPLETED    Reschedule alarms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7317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Language            Java (Android SDK 26+)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IDE                 Android Studio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Min / Target SDK    API 26 (Android 8.0) / API 37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UI Toolkit          XML Layouts + Material Components 3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Charting            Custom Canvas (no third-party library)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Storage             SharedPreferences (on-device key-value)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Location            Android LocationManager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Networking          HttpURLConnection (built-in)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Weather API         Open-Meteo (free, open-source, no key)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Notifications       NotificationCompat + AlarmManager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Version Control     Git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Build System        Gradle (Kotlin DSL)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7317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Short-term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Custom goal calculator  (body weight × 35 ml/kg)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Custom amount input  (any ml, not just presets)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Dark mode  (Material3 DayNight theme)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Medium-term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Drink type tracking  (coffee, juice, tea — hydration multipliers)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Milestone badges  (first goal, 7-day streak, 1 L by noon)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Home screen widget  (1×2: progress + one-tap +250ml)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Long-term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Health app integration  (Google Fit / Health Connect API)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Personalised ML model  (learns from past habits)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Multi-profile support  (family members on one device)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Export to CSV  (share history with a doctor / trainer)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7317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HydroCare demonstrates that a focused, well-engineered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Android app can be genuinely useful without external libraries,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paid APIs, user accounts, or internet connectivity.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Key achievements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Weather-aware dynamic goal — no comparable free app does this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Smart reminders that respect user context (quiet hours, goal met)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Streak system that converts a passive tracker into a daily habit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7-day chart drawn with zero dependencies on canvas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Technical highlights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Single-Activity architecture — minimal, fast, battery-friendly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All data on-device — no privacy concerns, works offline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Custom View from scratch — demonstrates Android drawing API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46464"/>
                </a:solidFill>
                <a:latin typeface="Calibri"/>
              </a:rPr>
              <a:t>      – Alarm persistence across reboots — production-quality reliability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565C0"/>
                </a:solidFill>
                <a:latin typeface="Calibri"/>
              </a:rPr>
              <a:t>Thank You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Gurtej Singh Lamba  ·  2427030405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0D1B2A"/>
                </a:solidFill>
                <a:latin typeface="Calibri"/>
              </a:rPr>
              <a:t>  • Ananya Gupta        ·  2427030166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